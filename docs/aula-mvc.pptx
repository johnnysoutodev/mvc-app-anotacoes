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turma! Hoje vocês vão sair daqui sabendo não só o que é MVC, mas como desenvolver uma funcionalidade de verdade usando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mostrar código, uma pergunta: quando vocês criam um sistema, como organizam os arquivos? Tudo num arquivo só, ou separam por responsabilidade?
Imaginem: o cliente pediu só para trocar a cor do botão Excluir. Para isso, vocês abrem um arquivo onde também estão o SQL do banco e as regras do sistema. E se quebrarem algo sem querer? Essa é a dor da manutenção: com tudo num lugar só, qualquer mudança mexe no todo, alterar a tela pode quebrar uma regra, e duas pessoas não conseguem trabalhar no mesmo arquivo sem conflito. Vamos ver como é esse código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vivo: app-sem-mvc/server.js, rolando o arquivo inteiro.
Olhem esse arquivo: é o mesmo sistema de notas do app MVC, com as mesmas funções, mas tudo num arquivo só — 153 linhas. Na mesma rota está a conexão com o banco, o SQL, a regra de negócio — favoritas primeiro —, a validação e o HTML da tela, até o CSS. Funciona? Funciona. Mas se eu precisar mudar só o visual, vou mexer no mesmo lugar onde está a regra. Isso é risco. Reparem nas cores: vermelho recebe o pedido, verde é dado e regra, amarelo é tela. As três responsabilidades já estão aí, só que embaralhadas. É isso que torna a manutenção difícil.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resolver essa dor, a engenharia de software usa padrões de arquitetura. Um dos mais usados é o MVC: Model, View e Controller. Ele pega aquele arquivo com tudo misturado e separa em três responsabilidades, e cada camada passa a mudar por um único motivo.
Um detalhe importante: o MVC não elimina o monólito; ele organiza o monólito por dentro. É exatamente o que vamos fazer com esse código.
O MVC foi criado por Trygve Reenskaug em 1979, na Xerox PARC, para interfaces gráficas, e depois foi adaptado para a web. Hoje está em frameworks como Spring, ASP.NET, Rails, Laravel e também em projetos com Express, como o nosso.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 e das regras. A View é a tela. O Controller é o maestro: recebe o pedido, chama o Model e devolve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dados. Ele sabe como uma nota é estruturada, sabe validar se ela pode ser salva — por exemplo, título obrigatório — e conversa com o banco de dados. O que ele não sabe é como isso vai aparecer na tela. Pensem na cozinha de um restaurante: ela prepara o prato, mas não atende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View é tudo que o usuário enxerga: a tela, o HTML, o CSS, os botões. Ela recebe dados prontos e só se preocupa em mostrar bem. Ela não decide regra nenhuma. No restaurante, é o prato bem apresentado e o cardápio.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é o maestro. Quando o usuário clica em salvar, é o Controller que recebe esse pedido, pede ao Model para salvar e devolve a resposta para a View. É o garçom: não cozinha e não é o prato, mas conecta o cliente à cozinha.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usuário clica na View, a requisição chega numa rota, a rota chama o Controller, o Controller pede ao Model, o Model fala com o banco, e a resposta volta até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o MVC importa na prática: se eu quiser mudar o visual, mexo só na View. Se eu quiser mudar uma regra, mexo só no Model. Cada camada pode ser testada separadamente, e times diferentes trabalham em paralelo sem pisar no trabalho um do outro. Por isso os principais frameworks do mercado usam essa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receita que vocês vão levar pra vida. Toda funcionalidade nova em MVC segue esse caminho. Agora vamos aplicar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olhando as pastas já dá pra saber onde cada coisa está. Isso é organização. Vou rodar o app e criar uma nota... Agora o cliente pediu: quer poder excluir notas. Vamos seguir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qual camada fica o comando que apaga do banco? No Model! Primeiro ele valida a regra — o id precisa ser um número — e depois apaga. Reparem que ele não sabe nada de botão ou tela. O $1 protege contra SQL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pega o id que veio na URL, pede ao Model para remover e responde 204 — 'deu certo, sem conteúdo'. Se o Model recusar, por exemplo com um id inválido, o catch devolve 400 com a mensagem de erro, e o servidor continua de pé. Ele orquestra, não acessa o banco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 é a porta de entrada. Quando chegar um DELETE em /api/notas/5, ela chama o Controller. Vejam: GET lista, POST cria, DELETE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View só criamos o botão e mandamos o pedido. Nenhuma regra aqui. Se amanhã quiserem o botão vermelho, mexemos só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Funcionou! E respondendo: a regra de negócio entraria no Model. A mudança fica isolada — esse é o ganho do MVC.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Peguem o celular! Vamos ver se ficou claro.
(O PIN aparece quando você inicia o jogo no Kahoot. Perguntas e respostas no item 9 do plano de aula.)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vocês desenvolveram uma funcionalidade inteira em MVC. Com essa receita vocês conseguem criar editar, buscar, qualquer coisa — sempre camada por camada. Fica o desafio: desenvolver o Editar nota seguindo a mesma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Deixo essas fontes para quem quiser se aprofundar. Obrigado, turma!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731520"/>
            <a:ext cx="822960" cy="82296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3736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822960" cy="82296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288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desenvolver aplicações web na arquitetura MVC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Instrutor: Johnny Souto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Teste Senai – SENAI/SP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dor da manutenção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3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515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cliente pediu só para trocar a cor do botão Excluir. Mas, para isso, você abre um arquivo onde também estão o SQL do banco e as regras do sistema. E se você quebrar algo sem querer?"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1F3F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560320"/>
            <a:ext cx="502920" cy="5029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 código em um só lugar: qualquer mudança mexe no todo.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46120" y="237744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1F3F6"/>
          </a:solidFill>
          <a:ln/>
        </p:spPr>
      </p:sp>
      <p:sp>
        <p:nvSpPr>
          <p:cNvPr id="11" name="Shape 9"/>
          <p:cNvSpPr/>
          <p:nvPr/>
        </p:nvSpPr>
        <p:spPr>
          <a:xfrm>
            <a:off x="3520440" y="2560320"/>
            <a:ext cx="502920" cy="5029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204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Alterar a tela pode quebrar a regra de negócio.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237744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2560320"/>
            <a:ext cx="502920" cy="5029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560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200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pessoas no mesmo arquivo geram conflito.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ver como é esse código na prática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monólito sem organização: tudo misturado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926080" cy="1280160"/>
          </a:xfrm>
          <a:prstGeom prst="roundRect">
            <a:avLst>
              <a:gd name="adj" fmla="val 5714"/>
            </a:avLst>
          </a:prstGeom>
          <a:solidFill>
            <a:srgbClr val="1F24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arquivo · 153 linhas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rotas · 5 consultas SQL · HTML e CSS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sistema do app MVC: mesmas funções, mesmo banco de dados. Só muda a organização.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1F3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37490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Situação: </a:t>
            </a:r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o app de anotações em MVC e criar a função "Excluir nota".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868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Controller  </a:t>
            </a:r>
            <a:pPr algn="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Model  </a:t>
            </a:r>
            <a:pPr algn="r" indent="0" marL="0">
              <a:buNone/>
            </a:pPr>
            <a:r>
              <a:rPr lang="en-US" sz="12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188720"/>
            <a:ext cx="5074920" cy="3749040"/>
          </a:xfrm>
          <a:prstGeom prst="roundRect">
            <a:avLst>
              <a:gd name="adj" fmla="val 1951"/>
            </a:avLst>
          </a:prstGeom>
          <a:solidFill>
            <a:srgbClr val="282C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94760" y="1298448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app-sem-mvc/server.js (trechos)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pool = new Pool({ host: process.env.DB_HOST, … 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app.get("/", async (requisicao, resposta)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resultado = await pool.query(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"SELECT * FROM notas ORDER BY "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"favorita DESC, criado_em DESC");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linhas = resultado.rows.map((nota) =&gt; 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&lt;li&gt;&lt;form action="/notas/${nota.id}/favorita"&gt;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&lt;strong&gt;${escapar(nota.titulo)}&lt;/strong&gt;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&lt;form action="/notas/${nota.id}/excluir"&gt;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&lt;/li&gt;`).join("");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resposta.send(`&lt;html&gt;&lt;style&gt;body { … }&lt;/style&gt;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method="POST" action="/notas"&gt;…&lt;/form&gt;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&lt;ul&gt;${linhas}&lt;/ul&gt;&lt;/html&gt;`);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app.post("/notas", async (requisicao, resposta)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titulo, conteudo } = requisicao.body;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(!titulo) return resposta.redirect("/?erro=…");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pool.query("INSERT INTO notas …", [titulo]);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resposta.redirect("/");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 + rotas de excluir e favoritar, tudo igual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solução: arquitetura MVC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resolver essa dor, a engenharia de software usa padrões de arquitetura. O MVC separa a aplicação em três responsabilidades.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377440" cy="256032"/>
          </a:xfrm>
          <a:prstGeom prst="rect">
            <a:avLst/>
          </a:prstGeom>
          <a:solidFill>
            <a:srgbClr val="C8553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856232"/>
            <a:ext cx="237744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12264"/>
            <a:ext cx="2377440" cy="256032"/>
          </a:xfrm>
          <a:prstGeom prst="rect">
            <a:avLst/>
          </a:prstGeom>
          <a:solidFill>
            <a:srgbClr val="D98E0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68296"/>
            <a:ext cx="237744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624328"/>
            <a:ext cx="2377440" cy="256032"/>
          </a:xfrm>
          <a:prstGeom prst="rect">
            <a:avLst/>
          </a:prstGeom>
          <a:solidFill>
            <a:srgbClr val="C8553D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880360"/>
            <a:ext cx="2377440" cy="256032"/>
          </a:xfrm>
          <a:prstGeom prst="rect">
            <a:avLst/>
          </a:prstGeom>
          <a:solidFill>
            <a:srgbClr val="D98E04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136392"/>
            <a:ext cx="2377440" cy="25603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474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arquivo, tudo misturado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496312"/>
            <a:ext cx="914400" cy="0"/>
          </a:xfrm>
          <a:prstGeom prst="line">
            <a:avLst/>
          </a:prstGeom>
          <a:noFill/>
          <a:ln w="381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06240" y="1600200"/>
            <a:ext cx="1371600" cy="1792224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173736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1600200"/>
            <a:ext cx="1371600" cy="1792224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73736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807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71500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23760" y="1600200"/>
            <a:ext cx="1371600" cy="1792224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7589520" y="173736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9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20624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camadas, cada uma muda por um único motivo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Criado por Trygve Reenskaug (Xerox PARC, 1979) para interfaces gráficas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Adaptado para a web por frameworks como Spring, ASP.NET, Rails e Laravel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2588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ficam os dados e as regras?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models/Nota.js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0" name="Shape 8"/>
          <p:cNvSpPr/>
          <p:nvPr/>
        </p:nvSpPr>
        <p:spPr>
          <a:xfrm>
            <a:off x="3520440" y="132588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usuário vê?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 (HTML, CSS, JS)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quando o usuário age?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notasController.js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 os dados e as regras de negócio da aplicação.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como é uma "nota"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regras (título obrigatório)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Salva, busca e remove no banco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tela nem HTML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qual botão foi clicado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cozinha — conhece as receitas e os ingredientes, e prepara o prato.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public/index.html · script.js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camada de apresentação: tudo o que o usuário vê e com que interage.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Exibe os dados (lista de notas)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formulários e botões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a ação do usuário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contém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 de dados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prato servido e o cardápio — é o que o cliente vê.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intermediário: recebe a requisição, aciona o Model e devolve a resposta.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requisição (via rota)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Model certo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a resposta (status, dados)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o visual da tela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garçom — anota o pedido, leva à cozinha e traz o prato.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de um clique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5B647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2763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7452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7452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4495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6B5B9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C855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7959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9691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438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1F243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8066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020" y="3291840"/>
            <a:ext cx="28346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44602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4460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conversa só com a vizinha.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usar MVC?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Mudou o visual? Mexe só na View. Mudou a regra? Só no Model.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pode ser testada separadamente.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e back-end evoluem em paralelo, sem conflito.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Usado em Spring, ASP.NET, Laravel, Ruby on Rails, Django e Express.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passos para criar qualquer funcionalidade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28016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com os dados?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42032" y="1280160"/>
            <a:ext cx="685800" cy="68580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42032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receber o pedido e responder?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15384" y="1280160"/>
            <a:ext cx="685800" cy="685800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15384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03904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URL chama o Controller?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280160"/>
            <a:ext cx="685800" cy="68580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88736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477256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usuário aciona e vê o resultado?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62088" y="1280160"/>
            <a:ext cx="685800" cy="685800"/>
          </a:xfrm>
          <a:prstGeom prst="ellipse">
            <a:avLst/>
          </a:prstGeom>
          <a:solidFill>
            <a:srgbClr val="1F24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62088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50608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de ponta a ponta?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Agora, ao vivo: a funcionalidade "Excluir nota".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 das pastas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app-mvc/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db/init.sql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config/db.js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models/Nota.js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controllers/notasController.js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routes/notasRoutes.js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public/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1887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0" y="1188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0" y="2834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3657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657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Model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remover(id)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(!Number.isInteger(Number(id)))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Error("Id inválido");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"DELETE FROM notas WHERE id = $1",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[id]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Regra: o id precisa ser um número.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apaga do banco.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nada de botão ou tela.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Controller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remover(requisicao, resposta)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Nota.remover(requisicao.params.id);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resposta.status(204).send();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(erro)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resposta.status(400)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.json({ erro: erro.message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o id da URL, chama o Model e responde.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= deu certo.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= erro tratado, o servidor não cai.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Rota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src/routes/notasRoutes.js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router.get("/notas", controller.listar);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router.post("/notas", controller.criar);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router.delete("/notas/:id",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controller.remover);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de entrada.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→ lista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→ cria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→ remove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View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public/script.js — dentro do notas.forEach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botao = document.createElement("button");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botao.textContent = "Excluir";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botao.onclick = async ()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fetch(`/api/notas/${nota.id}`,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method: "DELETE"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carregarNotas();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item.appendChild(botao);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cria o botão e envia o pedido.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regra aqui.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Botão vermelho? Mexe só na View.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Testar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de ponta a ponta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uma nota → aparece na lista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"Excluir" → some da lista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788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Recarregar a página → continua fora (saiu do banco)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a regra fosse "só excluir notas com mais de 1 dia"? Em qual camada?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do Quiz!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kahoot.it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PIN: ______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 · 20 segundos cada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D98E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4612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→ Controller → Rota → View → Testar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Vantagens: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 fácil, testes isolados, equipe trabalhando em paralelo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para casa: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desenvolva a função "Editar nota" seguindo a mesma receita — Model → Controller → Rota → View → Testar.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estudar mais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et al. Padrões de Projeto. Bookman, 2000.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FOWLER, M. Padrões de Arquitetura de Aplicações Corporativas. Bookman, 2006.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SOMMERVILLE, I. Engenharia de Software. 10. ed. Pearson, 2018.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— MVC: developer.mozilla.org/pt-BR/docs/Glossary/MVC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— Roteamento: expressjs.com/pt-br/guide/routing.html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desenvolver aplicações web na arquitetura MVC</dc:title>
  <dc:subject>PptxGenJS Presentation</dc:subject>
  <dc:creator>Johnny Souto</dc:creator>
  <cp:lastModifiedBy>Johnny Souto</cp:lastModifiedBy>
  <cp:revision>1</cp:revision>
  <dcterms:created xsi:type="dcterms:W3CDTF">2026-09-25T17:19:16Z</dcterms:created>
  <dcterms:modified xsi:type="dcterms:W3CDTF">2026-09-25T17:19:16Z</dcterms:modified>
</cp:coreProperties>
</file>