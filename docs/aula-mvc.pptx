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mostrar código, uma pergunta: quando vocês criam um sistema, como organizam os arquivos? Tudo num arquivo só, ou separam por responsabilidade?
Imaginem: o cliente pediu só para trocar a cor do botão Excluir. Para isso, vocês abrem um arquivo onde também estão o SQL do banco e as regras do sistema. E se quebrarem algo sem querer? Essa é a dor da manutenção: com tudo num lugar só, qualquer mudança mexe no todo, alterar a tela pode quebrar uma regra, e duas pessoas não conseguem trabalhar no mesmo arquivo sem conflito. Vamos ver como é esse código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app-sem-mvc/server.js, rolando o arquivo inteiro.
Olhem esse arquivo: é o mesmo sistema de notas do app MVC, com as mesmas funções, mas tudo num arquivo só — 153 linhas. Na mesma rota está a conexão com o banco, o SQL, a regra de negócio — favoritas primeiro —, a validação e o HTML da tela, até o CSS. Funciona? Funciona. Mas se eu precisar mudar só o visual, vou mexer no mesmo lugar onde está a regra. Isso é risco. Reparem nas cores: vermelho recebe o pedido, verde é dado e regra, amarelo é tela. As três responsabilidades já estão aí, só que embaralhadas. É isso que torna a manutenção difícil.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resolver essa dor, a engenharia de software usa padrões de arquitetura. Um dos mais usados é o MVC: Model, View e Controller. Ele pega aquele arquivo com tudo misturado e separa em três responsabilidades, e cada camada passa a mudar por um único motivo.
Um detalhe importante: o MVC não elimina o monólito; ele organiza o monólito por dentro. É exatamente o que vamos fazer com esse código.
O MVC foi criado por Trygve Reenskaug em 1979, na Xerox PARC, para interfaces gráficas, e depois foi adaptado para a web. Hoje está em frameworks como Spring, ASP.NET, Rails, Laravel e também em projetos com Express, como o nosso.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 camada fica o comando que apaga do banco? No Model! Primeiro ele valida a regra — o id precisa ser um número — e depois apaga.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Se o Model recusar, por exemplo com um id inválido, o catch devolve 400 com a mensagem de erro, e o servidor continua de pé.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Agora, uma pergunta para vocês: a regra 'as favoritas aparecem primeiro' — ela está na View ou no Model? Parece coisa da tela, porque é a tela que mostra a ordem. Mas é regra de negócio, então está no Model: é o ORDER BY favorita DESC no Nota.js. (Abrir o Nota.js e mostrar a linha com o comentário 'Regra de negócio'.) A View só exibe na ordem que recebe. Se amanhã a regra mudar, mexemos só no Model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 Fica o desafio: desenvolver o Editar nota seguindo a mesma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Teste Senai – SENAI/SP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dor da manutenção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cliente pediu só para trocar a cor do botão Excluir. Mas, para isso, você abre um arquivo onde também estão o SQL do banco e as regras do sistema. E se você quebrar algo sem querer?"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 código em um só lugar: qualquer mudança mexe no todo.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4612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11" name="Shape 9"/>
          <p:cNvSpPr/>
          <p:nvPr/>
        </p:nvSpPr>
        <p:spPr>
          <a:xfrm>
            <a:off x="352044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204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Alterar a tela pode quebrar a regra de negócio.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pessoas no mesmo arquivo geram conflito.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ver como é esse código na prática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 sem organização: tudo misturado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1F24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arquivo · 153 linhas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rotas · 5 consultas SQL · HTML e CSS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sistema do app MVC: mesmas funções, mesmo banco de dados. Só muda a organização.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1F3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37490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868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algn="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algn="r" indent="0" marL="0">
              <a:buNone/>
            </a:pPr>
            <a:r>
              <a:rPr lang="en-US" sz="12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188720"/>
            <a:ext cx="5074920" cy="3749040"/>
          </a:xfrm>
          <a:prstGeom prst="roundRect">
            <a:avLst>
              <a:gd name="adj" fmla="val 1951"/>
            </a:avLst>
          </a:prstGeom>
          <a:solidFill>
            <a:srgbClr val="282C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94760" y="1298448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 (trechos)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pool = new Pool({ host: process.env.DB_HOST, … 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resultado = await pool.query(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"SELECT * FROM notas ORDER BY "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"favorita DESC, criado_em DESC");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linhas = resultado.rows.map((nota) =&gt; 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&lt;li&gt;&lt;form action="/notas/${nota.id}/favorita"&gt;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&lt;strong&gt;${escapar(nota.titulo)}&lt;/strong&gt;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&lt;form action="/notas/${nota.id}/excluir"&gt;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&lt;/li&gt;`).join("");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resposta.send(`&lt;html&gt;&lt;style&gt;body { … }&lt;/style&gt;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method="POST" action="/notas"&gt;…&lt;/form&gt;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&lt;ul&gt;${linhas}&lt;/ul&gt;&lt;/html&gt;`);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app.post("/notas",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titulo, conteudo } = requisicao.body;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(!titulo) return resposta.redirect("/?erro=…");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pool.query("INSERT INTO notas …", [titulo]);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resposta.redirect("/");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 + rotas de excluir e favoritar, tudo igual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solução: arquitetura MVC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resolver essa dor, a engenharia de software usa padrões de arquitetura. O MVC separa a aplicação em três responsabilidades.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377440" cy="256032"/>
          </a:xfrm>
          <a:prstGeom prst="rect">
            <a:avLst/>
          </a:prstGeom>
          <a:solidFill>
            <a:srgbClr val="C8553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856232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12264"/>
            <a:ext cx="2377440" cy="256032"/>
          </a:xfrm>
          <a:prstGeom prst="rect">
            <a:avLst/>
          </a:prstGeom>
          <a:solidFill>
            <a:srgbClr val="D98E0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68296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624328"/>
            <a:ext cx="2377440" cy="256032"/>
          </a:xfrm>
          <a:prstGeom prst="rect">
            <a:avLst/>
          </a:prstGeom>
          <a:solidFill>
            <a:srgbClr val="C8553D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880360"/>
            <a:ext cx="2377440" cy="256032"/>
          </a:xfrm>
          <a:prstGeom prst="rect">
            <a:avLst/>
          </a:prstGeom>
          <a:solidFill>
            <a:srgbClr val="D98E04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136392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74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arquivo, tudo misturado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496312"/>
            <a:ext cx="914400" cy="0"/>
          </a:xfrm>
          <a:prstGeom prst="line">
            <a:avLst/>
          </a:prstGeom>
          <a:noFill/>
          <a:ln w="381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0624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73736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807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2376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589520" y="173736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9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0624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camadas, cada uma muda por um único motivo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 por Trygve Reenskaug (Xerox PARC, 1979) para interfaces gráficas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Adaptado para a web por frameworks como Spring, ASP.NET, Rails e Laravel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(!Number.isInteger(Number(id)))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Error("Id inválido");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o id precisa ser um número.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apaga do banco.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resposta.status(400)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.json({ erro: erro.message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= erro tratado, o servidor não cai.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"as favoritas aparecem primeiro" está na View ou no Model?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para casa: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desenvolva a função "Editar nota" seguindo a mesma receita — Model → Controller → Rota → View → Testar.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2026-09-25T18:48:38Z</dcterms:created>
  <dcterms:modified xsi:type="dcterms:W3CDTF">2026-09-25T18:48:38Z</dcterms:modified>
</cp:coreProperties>
</file>